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2" r:id="rId1"/>
  </p:sldMasterIdLst>
  <p:sldIdLst>
    <p:sldId id="256" r:id="rId2"/>
    <p:sldId id="264" r:id="rId3"/>
    <p:sldId id="267" r:id="rId4"/>
    <p:sldId id="258" r:id="rId5"/>
    <p:sldId id="265" r:id="rId6"/>
    <p:sldId id="266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ehid Đukić" initials="VĐ" lastIdx="1" clrIdx="0">
    <p:extLst>
      <p:ext uri="{19B8F6BF-5375-455C-9EA6-DF929625EA0E}">
        <p15:presenceInfo xmlns:p15="http://schemas.microsoft.com/office/powerpoint/2012/main" userId="Vehid Đukić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91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8/22/2020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065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8/22/2020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739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8/22/2020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648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8/22/2020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388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8/22/2020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357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8/22/2020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469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8/22/2020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34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8/22/2020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631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8/22/2020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736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8/22/2020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681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8/22/2020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45174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8/22/2020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04067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8/22/2020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6222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8/22/2020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358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8/22/2020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63497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8/22/2020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9019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8/22/2020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17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BE451C3-0FF4-47C4-B829-773ADF60F88C}" type="datetimeFigureOut">
              <a:rPr lang="en-US" smtClean="0"/>
              <a:t>8/22/2020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816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4B2CF-5364-4C36-9BF9-3D0128450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bs-Latn-BA" dirty="0"/>
              <a:t>Kino centar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C8B26D-B16A-4496-8561-3312E893E0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s-Latn-BA" dirty="0"/>
              <a:t>IB140008 – Elbin Hasić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249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358D871-A048-4D3C-94CE-EC51297892C4}"/>
              </a:ext>
            </a:extLst>
          </p:cNvPr>
          <p:cNvSpPr txBox="1">
            <a:spLocks/>
          </p:cNvSpPr>
          <p:nvPr/>
        </p:nvSpPr>
        <p:spPr>
          <a:xfrm>
            <a:off x="1512000" y="648000"/>
            <a:ext cx="2812386" cy="523196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bs-Latn-BA" sz="3200" dirty="0"/>
              <a:t>Kratak opis aplikacije</a:t>
            </a:r>
            <a:endParaRPr lang="en-US" sz="3200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CDA7CAA7-28F0-47B9-9734-3C018E08ED1A}"/>
              </a:ext>
            </a:extLst>
          </p:cNvPr>
          <p:cNvSpPr txBox="1">
            <a:spLocks/>
          </p:cNvSpPr>
          <p:nvPr/>
        </p:nvSpPr>
        <p:spPr>
          <a:xfrm>
            <a:off x="5149032" y="648000"/>
            <a:ext cx="6233202" cy="5231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/>
              <a:t>Korisnici</a:t>
            </a:r>
            <a:r>
              <a:rPr lang="en-US" sz="1800" dirty="0"/>
              <a:t> </a:t>
            </a:r>
            <a:r>
              <a:rPr lang="en-US" sz="1800" dirty="0" err="1"/>
              <a:t>aplikacije</a:t>
            </a:r>
            <a:r>
              <a:rPr lang="en-US" sz="1800" dirty="0"/>
              <a:t> bit </a:t>
            </a:r>
            <a:r>
              <a:rPr lang="en-US" sz="1800" dirty="0" err="1"/>
              <a:t>će</a:t>
            </a:r>
            <a:r>
              <a:rPr lang="en-US" sz="1800" dirty="0"/>
              <a:t> </a:t>
            </a:r>
            <a:r>
              <a:rPr lang="en-US" sz="1800" dirty="0" err="1"/>
              <a:t>svi</a:t>
            </a:r>
            <a:r>
              <a:rPr lang="en-US" sz="1800" dirty="0"/>
              <a:t> </a:t>
            </a:r>
            <a:r>
              <a:rPr lang="en-US" sz="1800" dirty="0" err="1"/>
              <a:t>korisnici</a:t>
            </a:r>
            <a:r>
              <a:rPr lang="en-US" sz="1800" dirty="0"/>
              <a:t> </a:t>
            </a:r>
            <a:r>
              <a:rPr lang="en-US" sz="1800" dirty="0" err="1"/>
              <a:t>koji</a:t>
            </a:r>
            <a:r>
              <a:rPr lang="en-US" sz="1800" dirty="0"/>
              <a:t> </a:t>
            </a:r>
            <a:r>
              <a:rPr lang="en-US" sz="1800" dirty="0" err="1"/>
              <a:t>žele</a:t>
            </a:r>
            <a:r>
              <a:rPr lang="en-US" sz="1800" dirty="0"/>
              <a:t> da </a:t>
            </a:r>
            <a:r>
              <a:rPr lang="en-US" sz="1800" dirty="0" err="1"/>
              <a:t>pregledaju</a:t>
            </a:r>
            <a:r>
              <a:rPr lang="en-US" sz="1800" dirty="0"/>
              <a:t> </a:t>
            </a:r>
            <a:r>
              <a:rPr lang="en-US" sz="1800" dirty="0" err="1"/>
              <a:t>ili</a:t>
            </a:r>
            <a:r>
              <a:rPr lang="en-US" sz="1800" dirty="0"/>
              <a:t> </a:t>
            </a:r>
            <a:r>
              <a:rPr lang="en-US" sz="1800" dirty="0" err="1"/>
              <a:t>rezervišu</a:t>
            </a:r>
            <a:r>
              <a:rPr lang="en-US" sz="1800" dirty="0"/>
              <a:t> film </a:t>
            </a:r>
            <a:r>
              <a:rPr lang="bs-Latn-BA" sz="1800" dirty="0"/>
              <a:t>kino centra</a:t>
            </a:r>
            <a:endParaRPr lang="en-US" sz="1800" dirty="0"/>
          </a:p>
          <a:p>
            <a:r>
              <a:rPr lang="en-US" sz="1800" dirty="0" err="1"/>
              <a:t>Popis</a:t>
            </a:r>
            <a:r>
              <a:rPr lang="en-US" sz="1800" dirty="0"/>
              <a:t> </a:t>
            </a:r>
            <a:r>
              <a:rPr lang="en-US" sz="1800" dirty="0" err="1"/>
              <a:t>funkcionalnosti</a:t>
            </a:r>
            <a:r>
              <a:rPr lang="en-US" sz="1800" dirty="0"/>
              <a:t>:</a:t>
            </a:r>
          </a:p>
          <a:p>
            <a:pPr lvl="1"/>
            <a:r>
              <a:rPr lang="en-US" sz="1400" dirty="0" err="1"/>
              <a:t>Registracija</a:t>
            </a:r>
            <a:endParaRPr lang="en-US" sz="1400" dirty="0"/>
          </a:p>
          <a:p>
            <a:pPr lvl="1"/>
            <a:r>
              <a:rPr lang="en-US" sz="1400" dirty="0" err="1"/>
              <a:t>Prijava</a:t>
            </a:r>
            <a:endParaRPr lang="en-US" sz="1400" dirty="0"/>
          </a:p>
          <a:p>
            <a:pPr lvl="1"/>
            <a:r>
              <a:rPr lang="en-US" sz="1400" dirty="0" err="1"/>
              <a:t>Pregled</a:t>
            </a:r>
            <a:r>
              <a:rPr lang="en-US" sz="1400" dirty="0"/>
              <a:t> </a:t>
            </a:r>
            <a:r>
              <a:rPr lang="en-US" sz="1400" dirty="0" err="1"/>
              <a:t>filmova</a:t>
            </a:r>
            <a:endParaRPr lang="en-US" sz="1400" dirty="0"/>
          </a:p>
          <a:p>
            <a:pPr lvl="1"/>
            <a:r>
              <a:rPr lang="en-US" sz="1400" dirty="0" err="1"/>
              <a:t>Detalji</a:t>
            </a:r>
            <a:r>
              <a:rPr lang="en-US" sz="1400" dirty="0"/>
              <a:t> </a:t>
            </a:r>
            <a:r>
              <a:rPr lang="en-US" sz="1400" dirty="0" err="1"/>
              <a:t>filmova</a:t>
            </a:r>
            <a:endParaRPr lang="en-US" sz="1400" dirty="0"/>
          </a:p>
          <a:p>
            <a:pPr lvl="1"/>
            <a:r>
              <a:rPr lang="en-US" sz="1400" dirty="0" err="1"/>
              <a:t>Rezervacija</a:t>
            </a:r>
            <a:r>
              <a:rPr lang="en-US" sz="1400" dirty="0"/>
              <a:t> </a:t>
            </a:r>
            <a:r>
              <a:rPr lang="en-US" sz="1400" dirty="0" err="1"/>
              <a:t>filmova</a:t>
            </a:r>
            <a:endParaRPr lang="en-US" sz="1400" dirty="0"/>
          </a:p>
          <a:p>
            <a:pPr lvl="1"/>
            <a:r>
              <a:rPr lang="en-US" sz="1400" dirty="0" err="1"/>
              <a:t>Izmjena</a:t>
            </a:r>
            <a:r>
              <a:rPr lang="en-US" sz="1400" dirty="0"/>
              <a:t> </a:t>
            </a:r>
            <a:r>
              <a:rPr lang="en-US" sz="1400" dirty="0" err="1"/>
              <a:t>korisničkog</a:t>
            </a:r>
            <a:r>
              <a:rPr lang="en-US" sz="1400" dirty="0"/>
              <a:t> </a:t>
            </a:r>
            <a:r>
              <a:rPr lang="en-US" sz="1400" dirty="0" err="1"/>
              <a:t>profila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20491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1FE28D6-FB22-481A-81F8-A0E195ED6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D78A29A7-11BA-424B-8070-816C419BB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05E9DD0D-2840-4983-A0F5-06F9FF873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0473BD5D-A730-4E05-8520-7039F0991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F749B11D-5BB8-4238-95EF-52A3B52176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1151B31C-BAF4-4F43-8E06-185EA7A125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6D7198BF-9EA0-4E1E-B84E-6420D44FA4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2358D871-A048-4D3C-94CE-EC51297892C4}"/>
              </a:ext>
            </a:extLst>
          </p:cNvPr>
          <p:cNvSpPr txBox="1">
            <a:spLocks/>
          </p:cNvSpPr>
          <p:nvPr/>
        </p:nvSpPr>
        <p:spPr>
          <a:xfrm>
            <a:off x="1484312" y="685800"/>
            <a:ext cx="2812386" cy="5195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spcAft>
                <a:spcPts val="600"/>
              </a:spcAft>
            </a:pPr>
            <a:r>
              <a:rPr lang="en-US" sz="3200" dirty="0"/>
              <a:t>Tok </a:t>
            </a:r>
            <a:r>
              <a:rPr lang="en-US" sz="3200" dirty="0" err="1"/>
              <a:t>događaja</a:t>
            </a:r>
            <a:endParaRPr lang="en-US" sz="3200" dirty="0"/>
          </a:p>
        </p:txBody>
      </p:sp>
      <p:sp>
        <p:nvSpPr>
          <p:cNvPr id="21" name="Rounded Rectangle 6">
            <a:extLst>
              <a:ext uri="{FF2B5EF4-FFF2-40B4-BE49-F238E27FC236}">
                <a16:creationId xmlns:a16="http://schemas.microsoft.com/office/drawing/2014/main" id="{8F0AD78F-E7B3-4C79-88B8-D0D40B7FE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7552" y="648931"/>
            <a:ext cx="6917478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600821-2396-4801-B149-DF77AB21C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000" y="1940291"/>
            <a:ext cx="3056428" cy="26896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DE2FD7-D87E-46A5-B9B0-B0A3BD2462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154" y="2207584"/>
            <a:ext cx="3056838" cy="215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162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0B46F31-FB2D-4AA9-BC01-B1B0E0FD5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333" y="646551"/>
            <a:ext cx="2936575" cy="522058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5ECE57B-F5DF-45BC-88D8-56E430484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917" y="646552"/>
            <a:ext cx="2936575" cy="522058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38BB5579-925E-4D13-822E-F0478C06B95C}"/>
              </a:ext>
            </a:extLst>
          </p:cNvPr>
          <p:cNvSpPr txBox="1">
            <a:spLocks/>
          </p:cNvSpPr>
          <p:nvPr/>
        </p:nvSpPr>
        <p:spPr>
          <a:xfrm>
            <a:off x="1512000" y="648000"/>
            <a:ext cx="2812386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bs-Latn-BA" sz="3200" dirty="0"/>
              <a:t>Autentifikacija</a:t>
            </a:r>
            <a:endParaRPr lang="en-US" sz="3200" dirty="0"/>
          </a:p>
        </p:txBody>
      </p:sp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555F9411-B62F-4653-B2AC-CBAAD0CAB0D9}"/>
              </a:ext>
            </a:extLst>
          </p:cNvPr>
          <p:cNvSpPr txBox="1">
            <a:spLocks/>
          </p:cNvSpPr>
          <p:nvPr/>
        </p:nvSpPr>
        <p:spPr>
          <a:xfrm>
            <a:off x="1512000" y="2666999"/>
            <a:ext cx="2880000" cy="31242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/>
              <a:t>Korisnik</a:t>
            </a:r>
            <a:r>
              <a:rPr lang="en-US" sz="1800" dirty="0"/>
              <a:t> </a:t>
            </a:r>
            <a:r>
              <a:rPr lang="en-US" sz="1800" dirty="0" err="1"/>
              <a:t>će</a:t>
            </a:r>
            <a:r>
              <a:rPr lang="en-US" sz="1800" dirty="0"/>
              <a:t> se </a:t>
            </a:r>
            <a:r>
              <a:rPr lang="en-US" sz="1800" dirty="0" err="1"/>
              <a:t>moći</a:t>
            </a:r>
            <a:r>
              <a:rPr lang="en-US" sz="1800" dirty="0"/>
              <a:t> </a:t>
            </a:r>
            <a:r>
              <a:rPr lang="en-US" sz="1800" dirty="0" err="1"/>
              <a:t>logirati</a:t>
            </a:r>
            <a:endParaRPr lang="en-US" sz="1800" dirty="0"/>
          </a:p>
          <a:p>
            <a:r>
              <a:rPr lang="en-US" sz="1800" dirty="0" err="1"/>
              <a:t>Ako</a:t>
            </a:r>
            <a:r>
              <a:rPr lang="en-US" sz="1800" dirty="0"/>
              <a:t> </a:t>
            </a:r>
            <a:r>
              <a:rPr lang="en-US" sz="1800" dirty="0" err="1"/>
              <a:t>korisnik</a:t>
            </a:r>
            <a:r>
              <a:rPr lang="en-US" sz="1800" dirty="0"/>
              <a:t> </a:t>
            </a:r>
            <a:r>
              <a:rPr lang="en-US" sz="1800" dirty="0" err="1"/>
              <a:t>nema</a:t>
            </a:r>
            <a:r>
              <a:rPr lang="en-US" sz="1800" dirty="0"/>
              <a:t> </a:t>
            </a:r>
            <a:r>
              <a:rPr lang="en-US" sz="1800" dirty="0" err="1"/>
              <a:t>korisnički</a:t>
            </a:r>
            <a:r>
              <a:rPr lang="en-US" sz="1800" dirty="0"/>
              <a:t> </a:t>
            </a:r>
            <a:r>
              <a:rPr lang="en-US" sz="1800" dirty="0" err="1"/>
              <a:t>račun</a:t>
            </a:r>
            <a:r>
              <a:rPr lang="en-US" sz="1800" dirty="0"/>
              <a:t>, </a:t>
            </a:r>
            <a:r>
              <a:rPr lang="en-US" sz="1800" dirty="0" err="1"/>
              <a:t>moći</a:t>
            </a:r>
            <a:r>
              <a:rPr lang="en-US" sz="1800" dirty="0"/>
              <a:t> </a:t>
            </a:r>
            <a:r>
              <a:rPr lang="en-US" sz="1800" dirty="0" err="1"/>
              <a:t>će</a:t>
            </a:r>
            <a:r>
              <a:rPr lang="en-US" sz="1800" dirty="0"/>
              <a:t> se </a:t>
            </a:r>
            <a:r>
              <a:rPr lang="en-US" sz="1800" dirty="0" err="1"/>
              <a:t>registrovati</a:t>
            </a:r>
            <a:r>
              <a:rPr lang="en-US" sz="1800" dirty="0"/>
              <a:t> </a:t>
            </a:r>
            <a:r>
              <a:rPr lang="en-US" sz="1800" dirty="0" err="1"/>
              <a:t>te</a:t>
            </a:r>
            <a:r>
              <a:rPr lang="en-US" sz="1800" dirty="0"/>
              <a:t> </a:t>
            </a:r>
            <a:r>
              <a:rPr lang="en-US" sz="1800" dirty="0" err="1"/>
              <a:t>nakon</a:t>
            </a:r>
            <a:r>
              <a:rPr lang="en-US" sz="1800" dirty="0"/>
              <a:t> toga </a:t>
            </a:r>
            <a:r>
              <a:rPr lang="en-US" sz="1800" dirty="0" err="1"/>
              <a:t>pristupiti</a:t>
            </a:r>
            <a:r>
              <a:rPr lang="en-US" sz="1800" dirty="0"/>
              <a:t> </a:t>
            </a:r>
            <a:r>
              <a:rPr lang="en-US" sz="1800" dirty="0" err="1"/>
              <a:t>logiranju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57449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EE5BD9ED-07E9-4FD9-8AE7-1A6AB10A5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29" name="Freeform 6">
              <a:extLst>
                <a:ext uri="{FF2B5EF4-FFF2-40B4-BE49-F238E27FC236}">
                  <a16:creationId xmlns:a16="http://schemas.microsoft.com/office/drawing/2014/main" id="{1FD1CF74-D14B-4FF6-998F-B13D1DAED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D267DEBC-A320-4DB0-9EA3-D4EF6B280C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31" name="Freeform 8">
              <a:extLst>
                <a:ext uri="{FF2B5EF4-FFF2-40B4-BE49-F238E27FC236}">
                  <a16:creationId xmlns:a16="http://schemas.microsoft.com/office/drawing/2014/main" id="{E0A2C889-7791-474B-B35C-4CEC73048B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32" name="Freeform 9">
              <a:extLst>
                <a:ext uri="{FF2B5EF4-FFF2-40B4-BE49-F238E27FC236}">
                  <a16:creationId xmlns:a16="http://schemas.microsoft.com/office/drawing/2014/main" id="{8C5AD303-B121-49B0-B54E-B0C86C5418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31E1A4E4-789B-4942-8EED-E02259A23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34" name="Freeform 11">
              <a:extLst>
                <a:ext uri="{FF2B5EF4-FFF2-40B4-BE49-F238E27FC236}">
                  <a16:creationId xmlns:a16="http://schemas.microsoft.com/office/drawing/2014/main" id="{0A1737FA-CB40-469E-861A-F4844F631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F9E62A36-BF3D-4E5D-B5D7-A87317FDCB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61358" y="550800"/>
            <a:ext cx="3240000" cy="576000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35" name="Title 1">
            <a:extLst>
              <a:ext uri="{FF2B5EF4-FFF2-40B4-BE49-F238E27FC236}">
                <a16:creationId xmlns:a16="http://schemas.microsoft.com/office/drawing/2014/main" id="{B44C5591-C1C3-4917-9D18-69316690271E}"/>
              </a:ext>
            </a:extLst>
          </p:cNvPr>
          <p:cNvSpPr txBox="1">
            <a:spLocks/>
          </p:cNvSpPr>
          <p:nvPr/>
        </p:nvSpPr>
        <p:spPr>
          <a:xfrm>
            <a:off x="1512000" y="648000"/>
            <a:ext cx="3157536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bs-Latn-BA" sz="3200" dirty="0"/>
              <a:t>Glavni menu / Početni fragment</a:t>
            </a:r>
            <a:endParaRPr lang="en-US" sz="3200" dirty="0"/>
          </a:p>
        </p:txBody>
      </p:sp>
      <p:sp>
        <p:nvSpPr>
          <p:cNvPr id="36" name="Content Placeholder 9">
            <a:extLst>
              <a:ext uri="{FF2B5EF4-FFF2-40B4-BE49-F238E27FC236}">
                <a16:creationId xmlns:a16="http://schemas.microsoft.com/office/drawing/2014/main" id="{43080155-DCA8-40AD-BDD9-0EC8E56B30CD}"/>
              </a:ext>
            </a:extLst>
          </p:cNvPr>
          <p:cNvSpPr txBox="1">
            <a:spLocks/>
          </p:cNvSpPr>
          <p:nvPr/>
        </p:nvSpPr>
        <p:spPr>
          <a:xfrm>
            <a:off x="1512000" y="2666999"/>
            <a:ext cx="2880000" cy="31242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/>
              <a:t>Nakon</a:t>
            </a:r>
            <a:r>
              <a:rPr lang="en-US" sz="1800" dirty="0"/>
              <a:t> </a:t>
            </a:r>
            <a:r>
              <a:rPr lang="en-US" sz="1800" dirty="0" err="1"/>
              <a:t>logiranja</a:t>
            </a:r>
            <a:r>
              <a:rPr lang="en-US" sz="1800" dirty="0"/>
              <a:t> </a:t>
            </a:r>
            <a:r>
              <a:rPr lang="en-US" sz="1800" dirty="0" err="1"/>
              <a:t>korisniku</a:t>
            </a:r>
            <a:r>
              <a:rPr lang="en-US" sz="1800" dirty="0"/>
              <a:t> se </a:t>
            </a:r>
            <a:r>
              <a:rPr lang="en-US" sz="1800" dirty="0" err="1"/>
              <a:t>prikazuje</a:t>
            </a:r>
            <a:r>
              <a:rPr lang="en-US" sz="1800" dirty="0"/>
              <a:t> </a:t>
            </a:r>
            <a:r>
              <a:rPr lang="en-US" sz="1800" dirty="0" err="1"/>
              <a:t>početni</a:t>
            </a:r>
            <a:r>
              <a:rPr lang="en-US" sz="1800" dirty="0"/>
              <a:t> fragment </a:t>
            </a:r>
            <a:r>
              <a:rPr lang="en-US" sz="1800" dirty="0" err="1"/>
              <a:t>gdje</a:t>
            </a:r>
            <a:r>
              <a:rPr lang="en-US" sz="1800" dirty="0"/>
              <a:t> </a:t>
            </a:r>
            <a:r>
              <a:rPr lang="en-US" sz="1800" dirty="0" err="1"/>
              <a:t>odabire</a:t>
            </a:r>
            <a:r>
              <a:rPr lang="en-US" sz="1800" dirty="0"/>
              <a:t> </a:t>
            </a:r>
            <a:r>
              <a:rPr lang="en-US" sz="1800" dirty="0" err="1"/>
              <a:t>detalje</a:t>
            </a:r>
            <a:r>
              <a:rPr lang="en-US" sz="1800" dirty="0"/>
              <a:t> </a:t>
            </a:r>
            <a:r>
              <a:rPr lang="en-US" sz="1800" dirty="0" err="1"/>
              <a:t>filma</a:t>
            </a:r>
            <a:r>
              <a:rPr lang="en-US" sz="1800" dirty="0"/>
              <a:t> </a:t>
            </a:r>
            <a:r>
              <a:rPr lang="en-US" sz="1800" dirty="0" err="1"/>
              <a:t>koji</a:t>
            </a:r>
            <a:r>
              <a:rPr lang="en-US" sz="1800" dirty="0"/>
              <a:t> </a:t>
            </a:r>
            <a:r>
              <a:rPr lang="en-US" sz="1800" dirty="0" err="1"/>
              <a:t>želi</a:t>
            </a:r>
            <a:r>
              <a:rPr lang="en-US" sz="1800" dirty="0"/>
              <a:t> </a:t>
            </a:r>
            <a:r>
              <a:rPr lang="en-US" sz="1800" dirty="0" err="1"/>
              <a:t>pogledati</a:t>
            </a:r>
            <a:r>
              <a:rPr lang="en-US" sz="1800" dirty="0"/>
              <a:t> </a:t>
            </a:r>
            <a:r>
              <a:rPr lang="en-US" sz="1800" dirty="0" err="1"/>
              <a:t>ili</a:t>
            </a:r>
            <a:r>
              <a:rPr lang="en-US" sz="1800" dirty="0"/>
              <a:t> </a:t>
            </a:r>
            <a:r>
              <a:rPr lang="en-US" sz="1800" dirty="0" err="1"/>
              <a:t>rezervisati</a:t>
            </a:r>
            <a:endParaRPr lang="en-US" sz="1800" dirty="0"/>
          </a:p>
          <a:p>
            <a:r>
              <a:rPr lang="en-US" sz="1800" dirty="0" err="1"/>
              <a:t>Moguće</a:t>
            </a:r>
            <a:r>
              <a:rPr lang="en-US" sz="1800" dirty="0"/>
              <a:t> je </a:t>
            </a:r>
            <a:r>
              <a:rPr lang="en-US" sz="1800" dirty="0" err="1"/>
              <a:t>odabrati</a:t>
            </a:r>
            <a:r>
              <a:rPr lang="en-US" sz="1800" dirty="0"/>
              <a:t> </a:t>
            </a:r>
            <a:r>
              <a:rPr lang="en-US" sz="1800" dirty="0" err="1"/>
              <a:t>jedan</a:t>
            </a:r>
            <a:r>
              <a:rPr lang="en-US" sz="1800" dirty="0"/>
              <a:t> film </a:t>
            </a:r>
            <a:r>
              <a:rPr lang="en-US" sz="1800" dirty="0" err="1"/>
              <a:t>ili</a:t>
            </a:r>
            <a:r>
              <a:rPr lang="en-US" sz="1800" dirty="0"/>
              <a:t> </a:t>
            </a:r>
            <a:r>
              <a:rPr lang="en-US" sz="1800" dirty="0" err="1"/>
              <a:t>pretražiti</a:t>
            </a:r>
            <a:r>
              <a:rPr lang="en-US" sz="1800" dirty="0"/>
              <a:t> </a:t>
            </a:r>
            <a:r>
              <a:rPr lang="en-US" sz="1800" dirty="0" err="1"/>
              <a:t>filmove</a:t>
            </a:r>
            <a:r>
              <a:rPr lang="en-US" sz="1800" dirty="0"/>
              <a:t> u search </a:t>
            </a:r>
            <a:r>
              <a:rPr lang="en-US" sz="1800" dirty="0" err="1"/>
              <a:t>sekciji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10592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D45998E6-98F2-4CD5-B965-AA0D184CA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358" y="549000"/>
            <a:ext cx="3240000" cy="576000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C943D7D7-165C-40CA-A847-62FD3C6C80B1}"/>
              </a:ext>
            </a:extLst>
          </p:cNvPr>
          <p:cNvSpPr txBox="1">
            <a:spLocks/>
          </p:cNvSpPr>
          <p:nvPr/>
        </p:nvSpPr>
        <p:spPr>
          <a:xfrm>
            <a:off x="1512000" y="648000"/>
            <a:ext cx="2812386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bs-Latn-BA" sz="3200" dirty="0"/>
              <a:t>Detaljni prikaz filma</a:t>
            </a:r>
            <a:endParaRPr lang="en-US" sz="3200" dirty="0"/>
          </a:p>
        </p:txBody>
      </p:sp>
      <p:sp>
        <p:nvSpPr>
          <p:cNvPr id="19" name="Content Placeholder 9">
            <a:extLst>
              <a:ext uri="{FF2B5EF4-FFF2-40B4-BE49-F238E27FC236}">
                <a16:creationId xmlns:a16="http://schemas.microsoft.com/office/drawing/2014/main" id="{7DA0B861-1E74-4912-BB10-1E61FF51A000}"/>
              </a:ext>
            </a:extLst>
          </p:cNvPr>
          <p:cNvSpPr txBox="1">
            <a:spLocks/>
          </p:cNvSpPr>
          <p:nvPr/>
        </p:nvSpPr>
        <p:spPr>
          <a:xfrm>
            <a:off x="1512000" y="2666999"/>
            <a:ext cx="2880000" cy="31242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/>
              <a:t>Klikom</a:t>
            </a:r>
            <a:r>
              <a:rPr lang="en-US" sz="1800" dirty="0"/>
              <a:t> </a:t>
            </a:r>
            <a:r>
              <a:rPr lang="en-US" sz="1800" dirty="0" err="1"/>
              <a:t>na</a:t>
            </a:r>
            <a:r>
              <a:rPr lang="en-US" sz="1800" dirty="0"/>
              <a:t> film </a:t>
            </a:r>
            <a:r>
              <a:rPr lang="en-US" sz="1800" dirty="0" err="1"/>
              <a:t>otvara</a:t>
            </a:r>
            <a:r>
              <a:rPr lang="en-US" sz="1800" dirty="0"/>
              <a:t> se fragment </a:t>
            </a:r>
            <a:r>
              <a:rPr lang="en-US" sz="1800" dirty="0" err="1"/>
              <a:t>sa</a:t>
            </a:r>
            <a:r>
              <a:rPr lang="en-US" sz="1800" dirty="0"/>
              <a:t> </a:t>
            </a:r>
            <a:r>
              <a:rPr lang="en-US" sz="1800" dirty="0" err="1"/>
              <a:t>detaljima</a:t>
            </a:r>
            <a:r>
              <a:rPr lang="en-US" sz="1800" dirty="0"/>
              <a:t> </a:t>
            </a:r>
            <a:r>
              <a:rPr lang="en-US" sz="1800" dirty="0" err="1"/>
              <a:t>filma</a:t>
            </a:r>
            <a:endParaRPr lang="en-US" sz="1800" dirty="0"/>
          </a:p>
          <a:p>
            <a:r>
              <a:rPr lang="en-US" sz="1800" dirty="0" err="1"/>
              <a:t>Korisnik</a:t>
            </a:r>
            <a:r>
              <a:rPr lang="en-US" sz="1800" dirty="0"/>
              <a:t> </a:t>
            </a:r>
            <a:r>
              <a:rPr lang="en-US" sz="1800" dirty="0" err="1"/>
              <a:t>će</a:t>
            </a:r>
            <a:r>
              <a:rPr lang="en-US" sz="1800" dirty="0"/>
              <a:t> </a:t>
            </a:r>
            <a:r>
              <a:rPr lang="en-US" sz="1800" dirty="0" err="1"/>
              <a:t>moći</a:t>
            </a:r>
            <a:r>
              <a:rPr lang="en-US" sz="1800" dirty="0"/>
              <a:t> </a:t>
            </a:r>
            <a:r>
              <a:rPr lang="bs-Latn-BA" sz="1800" dirty="0"/>
              <a:t>rezervisati</a:t>
            </a:r>
            <a:r>
              <a:rPr lang="en-US" sz="1800" dirty="0"/>
              <a:t> </a:t>
            </a:r>
            <a:r>
              <a:rPr lang="en-US" sz="1800" dirty="0" err="1"/>
              <a:t>odabrani</a:t>
            </a:r>
            <a:r>
              <a:rPr lang="en-US" sz="1800" dirty="0"/>
              <a:t> film</a:t>
            </a:r>
          </a:p>
          <a:p>
            <a:r>
              <a:rPr lang="en-US" sz="1800" dirty="0"/>
              <a:t>Pored </a:t>
            </a:r>
            <a:r>
              <a:rPr lang="bs-Latn-BA" sz="1800" dirty="0"/>
              <a:t>rezervacije</a:t>
            </a:r>
            <a:r>
              <a:rPr lang="en-US" sz="1800" dirty="0"/>
              <a:t> </a:t>
            </a:r>
            <a:r>
              <a:rPr lang="en-US" sz="1800" dirty="0" err="1"/>
              <a:t>filma</a:t>
            </a:r>
            <a:r>
              <a:rPr lang="en-US" sz="1800" dirty="0"/>
              <a:t>, </a:t>
            </a:r>
            <a:r>
              <a:rPr lang="en-US" sz="1800" dirty="0" err="1"/>
              <a:t>moguće</a:t>
            </a:r>
            <a:r>
              <a:rPr lang="en-US" sz="1800" dirty="0"/>
              <a:t> je </a:t>
            </a:r>
            <a:r>
              <a:rPr lang="en-US" sz="1800" dirty="0" err="1"/>
              <a:t>vidjeti</a:t>
            </a:r>
            <a:r>
              <a:rPr lang="en-US" sz="1800" dirty="0"/>
              <a:t> </a:t>
            </a:r>
            <a:r>
              <a:rPr lang="bs-Latn-BA" sz="1800" dirty="0"/>
              <a:t>i </a:t>
            </a:r>
            <a:r>
              <a:rPr lang="en-US" sz="1800" dirty="0" err="1"/>
              <a:t>opis</a:t>
            </a:r>
            <a:r>
              <a:rPr lang="en-US" sz="1800" dirty="0"/>
              <a:t> </a:t>
            </a:r>
            <a:r>
              <a:rPr lang="en-US" sz="1800" dirty="0" err="1"/>
              <a:t>filma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71961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797249E-5539-4D91-B1F5-1410FD3F68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961358" y="549000"/>
            <a:ext cx="3240000" cy="576000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61441B1-542A-42D2-9567-D167E504385C}"/>
              </a:ext>
            </a:extLst>
          </p:cNvPr>
          <p:cNvSpPr txBox="1">
            <a:spLocks/>
          </p:cNvSpPr>
          <p:nvPr/>
        </p:nvSpPr>
        <p:spPr>
          <a:xfrm>
            <a:off x="1512000" y="648000"/>
            <a:ext cx="2812386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bs-Latn-BA" sz="3200" dirty="0"/>
              <a:t>Korisnički izbornik</a:t>
            </a:r>
            <a:endParaRPr lang="en-US" sz="3200" dirty="0"/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6C2A8886-64DA-4BB6-8861-057DBEFD78B7}"/>
              </a:ext>
            </a:extLst>
          </p:cNvPr>
          <p:cNvSpPr txBox="1">
            <a:spLocks/>
          </p:cNvSpPr>
          <p:nvPr/>
        </p:nvSpPr>
        <p:spPr>
          <a:xfrm>
            <a:off x="1512000" y="2666999"/>
            <a:ext cx="2880000" cy="31242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err="1"/>
              <a:t>Izbornik</a:t>
            </a:r>
            <a:r>
              <a:rPr lang="en-US" sz="1800" dirty="0"/>
              <a:t> </a:t>
            </a:r>
            <a:r>
              <a:rPr lang="en-US" sz="1800" dirty="0" err="1"/>
              <a:t>nudi</a:t>
            </a:r>
            <a:r>
              <a:rPr lang="en-US" sz="1800" dirty="0"/>
              <a:t> </a:t>
            </a:r>
            <a:r>
              <a:rPr lang="en-US" sz="1800" dirty="0" err="1"/>
              <a:t>mogućnost</a:t>
            </a:r>
            <a:r>
              <a:rPr lang="en-US" sz="1800" dirty="0"/>
              <a:t> </a:t>
            </a:r>
            <a:r>
              <a:rPr lang="en-US" sz="1800" dirty="0" err="1"/>
              <a:t>pregleda</a:t>
            </a:r>
            <a:r>
              <a:rPr lang="en-US" sz="1800" dirty="0"/>
              <a:t> </a:t>
            </a:r>
            <a:r>
              <a:rPr lang="en-US" sz="1800" dirty="0" err="1"/>
              <a:t>korisničkih</a:t>
            </a:r>
            <a:r>
              <a:rPr lang="en-US" sz="1800" dirty="0"/>
              <a:t> </a:t>
            </a:r>
            <a:r>
              <a:rPr lang="bs-Latn-BA" sz="1800" dirty="0"/>
              <a:t>rezervacija</a:t>
            </a:r>
            <a:r>
              <a:rPr lang="en-US" sz="1800" dirty="0"/>
              <a:t>, </a:t>
            </a:r>
            <a:r>
              <a:rPr lang="en-US" sz="1800" dirty="0" err="1"/>
              <a:t>pregled</a:t>
            </a:r>
            <a:r>
              <a:rPr lang="en-US" sz="1800" dirty="0"/>
              <a:t> </a:t>
            </a:r>
            <a:r>
              <a:rPr lang="en-US" sz="1800" dirty="0" err="1"/>
              <a:t>profila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odjavu</a:t>
            </a:r>
            <a:r>
              <a:rPr lang="en-US" sz="1800" dirty="0"/>
              <a:t> </a:t>
            </a:r>
            <a:r>
              <a:rPr lang="en-US" sz="1800" dirty="0" err="1"/>
              <a:t>sa</a:t>
            </a:r>
            <a:r>
              <a:rPr lang="en-US" sz="1800" dirty="0"/>
              <a:t> </a:t>
            </a:r>
            <a:r>
              <a:rPr lang="en-US" sz="1800" dirty="0" err="1"/>
              <a:t>aplikacije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19998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A3B4D-3B9E-4733-8562-B1D8CA832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000" y="648000"/>
            <a:ext cx="2812386" cy="1752599"/>
          </a:xfrm>
        </p:spPr>
        <p:txBody>
          <a:bodyPr>
            <a:normAutofit/>
          </a:bodyPr>
          <a:lstStyle/>
          <a:p>
            <a:r>
              <a:rPr lang="bs-Latn-BA" sz="3200" dirty="0"/>
              <a:t>Pregled ličnih podataka</a:t>
            </a:r>
            <a:endParaRPr lang="en-US" sz="32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04EB7E7-CA79-4004-999B-F318FD1BA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2000" y="2666999"/>
            <a:ext cx="2880000" cy="3124201"/>
          </a:xfrm>
        </p:spPr>
        <p:txBody>
          <a:bodyPr anchor="t">
            <a:normAutofit/>
          </a:bodyPr>
          <a:lstStyle/>
          <a:p>
            <a:r>
              <a:rPr lang="en-US" sz="1800" dirty="0" err="1"/>
              <a:t>Korisnik</a:t>
            </a:r>
            <a:r>
              <a:rPr lang="en-US" sz="1800" dirty="0"/>
              <a:t> </a:t>
            </a:r>
            <a:r>
              <a:rPr lang="en-US" sz="1800" dirty="0" err="1"/>
              <a:t>će</a:t>
            </a:r>
            <a:r>
              <a:rPr lang="en-US" sz="1800" dirty="0"/>
              <a:t> </a:t>
            </a:r>
            <a:r>
              <a:rPr lang="en-US" sz="1800" dirty="0" err="1"/>
              <a:t>moći</a:t>
            </a:r>
            <a:r>
              <a:rPr lang="en-US" sz="1800" dirty="0"/>
              <a:t> </a:t>
            </a:r>
            <a:r>
              <a:rPr lang="en-US" sz="1800" dirty="0" err="1"/>
              <a:t>pregledati</a:t>
            </a:r>
            <a:r>
              <a:rPr lang="en-US" sz="1800" dirty="0"/>
              <a:t> </a:t>
            </a:r>
            <a:r>
              <a:rPr lang="en-US" sz="1800" dirty="0" err="1"/>
              <a:t>lične</a:t>
            </a:r>
            <a:r>
              <a:rPr lang="en-US" sz="1800" dirty="0"/>
              <a:t> </a:t>
            </a:r>
            <a:r>
              <a:rPr lang="en-US" sz="1800" dirty="0" err="1"/>
              <a:t>podatke</a:t>
            </a:r>
            <a:r>
              <a:rPr lang="en-US" sz="1800" dirty="0"/>
              <a:t> </a:t>
            </a:r>
            <a:r>
              <a:rPr lang="en-US" sz="1800" dirty="0" err="1"/>
              <a:t>te</a:t>
            </a:r>
            <a:r>
              <a:rPr lang="en-US" sz="1800" dirty="0"/>
              <a:t> </a:t>
            </a:r>
            <a:r>
              <a:rPr lang="en-US" sz="1800" dirty="0" err="1"/>
              <a:t>ih</a:t>
            </a:r>
            <a:r>
              <a:rPr lang="en-US" sz="1800" dirty="0"/>
              <a:t> </a:t>
            </a:r>
            <a:r>
              <a:rPr lang="en-US" sz="1800" dirty="0" err="1"/>
              <a:t>uređivati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</a:t>
            </a:r>
            <a:r>
              <a:rPr lang="en-US" sz="1800" dirty="0" err="1"/>
              <a:t>sačuvati</a:t>
            </a:r>
            <a:endParaRPr lang="en-US" sz="1800" dirty="0"/>
          </a:p>
          <a:p>
            <a:endParaRPr lang="en-US" sz="18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F9CE80A-6D18-4C2D-9F65-E33CE070F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400" y="549000"/>
            <a:ext cx="3240000" cy="576000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378719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Office PowerPoint</Application>
  <PresentationFormat>Widescreen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Corbel</vt:lpstr>
      <vt:lpstr>Parallax</vt:lpstr>
      <vt:lpstr>Kino centar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Pregled ličnih podataka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Kino centar</dc:title>
  <dc:creator>Elbin Hasic</dc:creator>
  <cp:lastModifiedBy>Elbin Hasic</cp:lastModifiedBy>
  <cp:revision>4</cp:revision>
  <dcterms:created xsi:type="dcterms:W3CDTF">2020-08-23T02:18:22Z</dcterms:created>
  <dcterms:modified xsi:type="dcterms:W3CDTF">2020-08-23T02:26:39Z</dcterms:modified>
</cp:coreProperties>
</file>